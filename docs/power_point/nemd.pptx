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58" r:id="rId5"/>
    <p:sldId id="266" r:id="rId6"/>
    <p:sldId id="264" r:id="rId7"/>
    <p:sldId id="261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5"/>
    <p:restoredTop sz="96288"/>
  </p:normalViewPr>
  <p:slideViewPr>
    <p:cSldViewPr snapToGrid="0" snapToObjects="1">
      <p:cViewPr varScale="1">
        <p:scale>
          <a:sx n="218" d="100"/>
          <a:sy n="218" d="100"/>
        </p:scale>
        <p:origin x="11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1/17/25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C81EDA-B9C2-8543-B841-6A2EFDA806E7}" type="datetimeFigureOut">
              <a:rPr lang="en-US" smtClean="0"/>
              <a:t>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hteg4/nemd?tab=BSD-3-Clause-1-ov-file#readme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hteg4/nemd" TargetMode="External"/><Relationship Id="rId2" Type="http://schemas.openxmlformats.org/officeDocument/2006/relationships/hyperlink" Target="https://github.com/zhteg4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hteg4/nemd.gi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/zhteg4/</a:t>
            </a:r>
            <a:r>
              <a:rPr lang="en-US" dirty="0" err="1"/>
              <a:t>nemd_pvt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Retain the general BSD 3-Clause copyright notice allowing similar redistribution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Retain the standard disclaimer claiming that the software is provided as is and in no event shall the copyright holder or contributors be liable for any damages 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Neither the name of the copyright holder nor the names of its contributors may be used to endorse or promote products derived from this software without specific prior written permission.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See Full Information in  </a:t>
            </a:r>
            <a:r>
              <a:rPr lang="en-US" sz="2400" dirty="0">
                <a:hlinkClick r:id="rId2"/>
              </a:rPr>
              <a:t>https://github.com/zhteg4/nemd?tab=BSD-3-Clause-1-ov-file#readme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552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600" dirty="0"/>
              <a:t>Download source code from </a:t>
            </a:r>
            <a:r>
              <a:rPr lang="en-US" sz="2600" u="sng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https://github.com/zhteg4/</a:t>
            </a:r>
            <a:r>
              <a:rPr lang="en-US" sz="2600" u="sng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nemd</a:t>
            </a:r>
            <a:r>
              <a:rPr lang="en-US" sz="2600" u="sng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600" u="sng" dirty="0" err="1">
                <a:solidFill>
                  <a:schemeClr val="accent1">
                    <a:lumMod val="75000"/>
                  </a:schemeClr>
                </a:solidFill>
              </a:rPr>
              <a:t>pvt</a:t>
            </a:r>
            <a:r>
              <a:rPr lang="en-US" sz="2600" u="sng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US" sz="2600" dirty="0"/>
              <a:t>‘pip3 install </a:t>
            </a:r>
            <a:r>
              <a:rPr lang="en-US" sz="2600" dirty="0" err="1"/>
              <a:t>setuptools</a:t>
            </a:r>
            <a:r>
              <a:rPr lang="en-US" sz="2600" dirty="0"/>
              <a:t>’</a:t>
            </a:r>
          </a:p>
          <a:p>
            <a:pPr marL="0" indent="0">
              <a:buNone/>
            </a:pPr>
            <a:r>
              <a:rPr lang="en-US" sz="2600" dirty="0"/>
              <a:t>‘pip3 install .[dev] –v’ in the </a:t>
            </a:r>
            <a:r>
              <a:rPr lang="en-US" sz="2600" dirty="0" err="1"/>
              <a:t>nemd_pvt</a:t>
            </a:r>
            <a:r>
              <a:rPr lang="en-US" sz="2600" dirty="0"/>
              <a:t> directory</a:t>
            </a:r>
          </a:p>
          <a:p>
            <a:pPr marL="0" indent="0">
              <a:buNone/>
            </a:pPr>
            <a:endParaRPr lang="en-US" sz="2600" dirty="0"/>
          </a:p>
          <a:p>
            <a:r>
              <a:rPr lang="en-US" sz="2600" dirty="0"/>
              <a:t>Python 3.10.12 is supported and tested</a:t>
            </a:r>
          </a:p>
          <a:p>
            <a:r>
              <a:rPr lang="en-US" sz="2600" dirty="0"/>
              <a:t>Tested on </a:t>
            </a:r>
            <a:r>
              <a:rPr lang="en-US" sz="2600" dirty="0" err="1"/>
              <a:t>Macbook</a:t>
            </a:r>
            <a:r>
              <a:rPr lang="en-US" sz="2600" dirty="0"/>
              <a:t> with Intel Core and Intel Iris Plus Graphics</a:t>
            </a:r>
          </a:p>
          <a:p>
            <a:r>
              <a:rPr lang="en-US" sz="2600" dirty="0"/>
              <a:t>Tested on Ubuntu 22.04.4 LTS with Intel Core and GeForce 1080 Graphics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5CDE0-61AF-5A49-B57D-CC9309A7A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5887" y="1006381"/>
            <a:ext cx="3764280" cy="424581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US" sz="2000" dirty="0">
                <a:hlinkClick r:id="rId2"/>
              </a:rPr>
              <a:t>https://github.com/zhteg4/nemd/ </a:t>
            </a:r>
            <a:endParaRPr lang="en-US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91940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setup.py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/>
                        <a:t>PyPI</a:t>
                      </a:r>
                      <a:r>
                        <a:rPr lang="en-US" sz="1800" dirty="0"/>
                        <a:t> installation with dependencies on Darwin and Linux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53880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sh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POSIX shell scripts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90122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Single 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Multiple executions followed by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 tests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/>
              <a:t>Installation (dev)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41107" y="2023400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629755"/>
                </a:solidFill>
              </a:rPr>
              <a:t>python </a:t>
            </a:r>
            <a:r>
              <a:rPr lang="en-US" dirty="0" err="1">
                <a:solidFill>
                  <a:srgbClr val="629755"/>
                </a:solidFill>
              </a:rPr>
              <a:t>setup.py</a:t>
            </a:r>
            <a:r>
              <a:rPr lang="en-US" dirty="0">
                <a:solidFill>
                  <a:srgbClr val="629755"/>
                </a:solidFill>
              </a:rPr>
              <a:t> install --verbose --user</a:t>
            </a:r>
            <a:endParaRPr lang="en-US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6905482"/>
              </p:ext>
            </p:extLst>
          </p:nvPr>
        </p:nvGraphicFramePr>
        <p:xfrm>
          <a:off x="497669" y="2681791"/>
          <a:ext cx="6468819" cy="329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1495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97732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66635">
                <a:tc>
                  <a:txBody>
                    <a:bodyPr/>
                    <a:lstStyle/>
                    <a:p>
                      <a:r>
                        <a:rPr lang="en-US" sz="1600" b="0" i="1" dirty="0">
                          <a:solidFill>
                            <a:schemeClr val="tx1"/>
                          </a:solidFill>
                        </a:rPr>
                        <a:t>Main call</a:t>
                      </a:r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setup(..)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Module Names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packages=[‘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’, ’alamode’]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Python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= {'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’: ‘module/'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’}</a:t>
                      </a:r>
                      <a:endParaRPr lang="en-US" sz="16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Non-python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= {'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': ['data/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ff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oplsua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/*.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npy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’]}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scripts=['</a:t>
                      </a:r>
                      <a:r>
                        <a:rPr lang="en-US" sz="1600" dirty="0" err="1"/>
                        <a:t>sh</a:t>
                      </a:r>
                      <a:r>
                        <a:rPr lang="en-US" sz="1600" dirty="0"/>
                        <a:t>/</a:t>
                      </a:r>
                      <a:r>
                        <a:rPr lang="en-US" sz="1600" dirty="0" err="1"/>
                        <a:t>run_nemd</a:t>
                      </a:r>
                      <a:r>
                        <a:rPr lang="en-US" sz="1600" dirty="0"/>
                        <a:t>’, driver/</a:t>
                      </a:r>
                      <a:r>
                        <a:rPr lang="en-US" sz="1600" dirty="0" err="1"/>
                        <a:t>amorp_bldr_driver.py</a:t>
                      </a:r>
                      <a:r>
                        <a:rPr lang="en-US" sz="16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pip packages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install_requires</a:t>
                      </a:r>
                      <a:r>
                        <a:rPr lang="en-US" sz="1600" dirty="0"/>
                        <a:t>=['</a:t>
                      </a:r>
                      <a:r>
                        <a:rPr lang="en-US" sz="1600" dirty="0" err="1"/>
                        <a:t>numpy</a:t>
                      </a:r>
                      <a:r>
                        <a:rPr lang="en-US" sz="1600" dirty="0"/>
                        <a:t>', '</a:t>
                      </a:r>
                      <a:r>
                        <a:rPr lang="en-US" sz="1600" dirty="0" err="1"/>
                        <a:t>scipy</a:t>
                      </a:r>
                      <a:r>
                        <a:rPr lang="en-US" sz="1600" dirty="0"/>
                        <a:t>&gt;=1.14.1’]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pip on request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extras_require</a:t>
                      </a:r>
                      <a:r>
                        <a:rPr lang="en-US" sz="1600" dirty="0"/>
                        <a:t>={'dev': ['</a:t>
                      </a:r>
                      <a:r>
                        <a:rPr lang="en-US" sz="1600" dirty="0" err="1"/>
                        <a:t>yapf</a:t>
                      </a:r>
                      <a:r>
                        <a:rPr lang="en-US" sz="1600" dirty="0"/>
                        <a:t>', '</a:t>
                      </a:r>
                      <a:r>
                        <a:rPr lang="en-US" sz="1600" dirty="0" err="1"/>
                        <a:t>snakeviz</a:t>
                      </a:r>
                      <a:r>
                        <a:rPr lang="en-US" sz="1600" dirty="0"/>
                        <a:t>’]}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689618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classifiers=['Development Status :: 5 - Production/Stable’]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Execution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cmdclass</a:t>
                      </a:r>
                      <a:r>
                        <a:rPr lang="en-US" sz="1600" dirty="0"/>
                        <a:t>={'install': </a:t>
                      </a:r>
                      <a:r>
                        <a:rPr lang="en-US" sz="1600" dirty="0" err="1">
                          <a:solidFill>
                            <a:srgbClr val="7030A0"/>
                          </a:solidFill>
                        </a:rPr>
                        <a:t>CustomInstallCommand</a:t>
                      </a:r>
                      <a:r>
                        <a:rPr lang="en-US" sz="1600" dirty="0"/>
                        <a:t>})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9077"/>
                  </a:ext>
                </a:extLst>
              </a:tr>
            </a:tbl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A4340C03-E600-424E-A291-189EF945B9B2}"/>
              </a:ext>
            </a:extLst>
          </p:cNvPr>
          <p:cNvSpPr/>
          <p:nvPr/>
        </p:nvSpPr>
        <p:spPr>
          <a:xfrm>
            <a:off x="5530913" y="3412690"/>
            <a:ext cx="147363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B002D2-2AA0-A944-A6C0-A3FA61E296F7}"/>
              </a:ext>
            </a:extLst>
          </p:cNvPr>
          <p:cNvSpPr/>
          <p:nvPr/>
        </p:nvSpPr>
        <p:spPr>
          <a:xfrm>
            <a:off x="6487037" y="4145717"/>
            <a:ext cx="5424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F7788B-450F-6146-9633-30E825AC9513}"/>
              </a:ext>
            </a:extLst>
          </p:cNvPr>
          <p:cNvSpPr/>
          <p:nvPr/>
        </p:nvSpPr>
        <p:spPr>
          <a:xfrm>
            <a:off x="6782725" y="594752"/>
            <a:ext cx="5408875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class </a:t>
            </a:r>
            <a:r>
              <a:rPr lang="en-US" sz="1400" dirty="0" err="1">
                <a:solidFill>
                  <a:srgbClr val="7030A0"/>
                </a:solidFill>
              </a:rPr>
              <a:t>CustomInstallCommand</a:t>
            </a:r>
            <a:r>
              <a:rPr lang="en-US" sz="1400" dirty="0"/>
              <a:t>(install):</a:t>
            </a:r>
          </a:p>
          <a:p>
            <a:r>
              <a:rPr lang="en-US" sz="1400" i="1" dirty="0">
                <a:solidFill>
                  <a:schemeClr val="accent5"/>
                </a:solidFill>
              </a:rPr>
              <a:t>    # General install on different platforms such as </a:t>
            </a:r>
            <a:r>
              <a:rPr lang="en-US" sz="1400" i="1" dirty="0" err="1">
                <a:solidFill>
                  <a:schemeClr val="accent5"/>
                </a:solidFill>
              </a:rPr>
              <a:t>darwin</a:t>
            </a:r>
            <a:r>
              <a:rPr lang="en-US" sz="1400" i="1" dirty="0">
                <a:solidFill>
                  <a:schemeClr val="accent5"/>
                </a:solidFill>
              </a:rPr>
              <a:t>, linux2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    def run(self):</a:t>
            </a:r>
            <a:br>
              <a:rPr lang="en-US" sz="1400" i="1" dirty="0">
                <a:solidFill>
                  <a:schemeClr val="accent5"/>
                </a:solidFill>
              </a:rPr>
            </a:br>
            <a:r>
              <a:rPr lang="en-US" sz="1400" dirty="0"/>
              <a:t>        Installer = Darwin  </a:t>
            </a:r>
            <a:r>
              <a:rPr lang="en-US" sz="1400" dirty="0" err="1"/>
              <a:t>sys.platform</a:t>
            </a:r>
            <a:r>
              <a:rPr lang="en-US" sz="1400" dirty="0"/>
              <a:t> == '</a:t>
            </a:r>
            <a:r>
              <a:rPr lang="en-US" sz="1400" dirty="0" err="1"/>
              <a:t>darwin</a:t>
            </a:r>
            <a:r>
              <a:rPr lang="en-US" sz="1400" dirty="0"/>
              <a:t>’  else Linux</a:t>
            </a:r>
            <a:br>
              <a:rPr lang="en-US" sz="1400" dirty="0"/>
            </a:br>
            <a:r>
              <a:rPr lang="en-US" sz="1400" dirty="0"/>
              <a:t>        Installer().run()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799D62-B027-6442-A22F-28E326300F6B}"/>
              </a:ext>
            </a:extLst>
          </p:cNvPr>
          <p:cNvSpPr/>
          <p:nvPr/>
        </p:nvSpPr>
        <p:spPr>
          <a:xfrm>
            <a:off x="7327324" y="2195627"/>
            <a:ext cx="1778051" cy="418576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class Darwin:</a:t>
            </a:r>
          </a:p>
          <a:p>
            <a:endParaRPr lang="en-US" sz="1400" dirty="0"/>
          </a:p>
          <a:p>
            <a:r>
              <a:rPr lang="en-US" sz="1400" dirty="0"/>
              <a:t>    def run(self):</a:t>
            </a:r>
            <a:br>
              <a:rPr lang="en-US" sz="1400" i="1" dirty="0"/>
            </a:br>
            <a:r>
              <a:rPr lang="en-US" sz="1400" i="1" dirty="0"/>
              <a:t>        </a:t>
            </a:r>
            <a:r>
              <a:rPr lang="en-US" sz="1400" dirty="0" err="1"/>
              <a:t>self.check</a:t>
            </a:r>
            <a:r>
              <a:rPr lang="en-US" sz="1400" dirty="0"/>
              <a:t>()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self.Prereq</a:t>
            </a:r>
            <a:r>
              <a:rPr lang="en-US" sz="1400" dirty="0"/>
              <a:t>()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dirty="0" err="1"/>
              <a:t>self.install</a:t>
            </a:r>
            <a:r>
              <a:rPr lang="en-US" sz="1400" dirty="0"/>
              <a:t>()</a:t>
            </a:r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Linux(Darwin):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    def __</a:t>
            </a:r>
            <a:r>
              <a:rPr lang="en-US" sz="1400" dirty="0" err="1"/>
              <a:t>init</a:t>
            </a:r>
            <a:r>
              <a:rPr lang="en-US" sz="1400" dirty="0"/>
              <a:t>__(self):</a:t>
            </a:r>
            <a:br>
              <a:rPr lang="en-US" sz="1400" dirty="0"/>
            </a:br>
            <a:r>
              <a:rPr lang="en-US" sz="1400" dirty="0"/>
              <a:t>        super().__</a:t>
            </a:r>
            <a:r>
              <a:rPr lang="en-US" sz="1400" dirty="0" err="1"/>
              <a:t>init</a:t>
            </a:r>
            <a:r>
              <a:rPr lang="en-US" sz="1400" dirty="0"/>
              <a:t>__()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dirty="0" err="1"/>
              <a:t>self.gpu</a:t>
            </a:r>
            <a:r>
              <a:rPr lang="en-US" sz="1400" dirty="0"/>
              <a:t> = False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    def run(self):</a:t>
            </a:r>
            <a:br>
              <a:rPr lang="en-US" sz="1400" i="1" dirty="0"/>
            </a:br>
            <a:r>
              <a:rPr lang="en-US" sz="1400" i="1" dirty="0"/>
              <a:t>        </a:t>
            </a:r>
            <a:r>
              <a:rPr lang="en-US" sz="1400" dirty="0"/>
              <a:t>super().run()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dirty="0" err="1"/>
              <a:t>self.installTerm</a:t>
            </a:r>
            <a:r>
              <a:rPr lang="en-US" sz="1400" dirty="0"/>
              <a:t>()</a:t>
            </a:r>
            <a:br>
              <a:rPr lang="en-US" sz="1400" dirty="0"/>
            </a:br>
            <a:br>
              <a:rPr lang="en-US" sz="1400" dirty="0"/>
            </a:br>
            <a:endParaRPr lang="en-US" sz="1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95B273-8C98-644C-8A99-4E4142236492}"/>
              </a:ext>
            </a:extLst>
          </p:cNvPr>
          <p:cNvSpPr/>
          <p:nvPr/>
        </p:nvSpPr>
        <p:spPr>
          <a:xfrm>
            <a:off x="9507613" y="2631578"/>
            <a:ext cx="2354595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accent5"/>
                </a:solidFill>
              </a:rPr>
              <a:t>installation on Darwin:</a:t>
            </a:r>
          </a:p>
          <a:p>
            <a:r>
              <a:rPr lang="en-US" sz="1400" i="1" dirty="0">
                <a:solidFill>
                  <a:schemeClr val="accent5"/>
                </a:solidFill>
              </a:rPr>
              <a:t>    1) existence check,</a:t>
            </a:r>
          </a:p>
          <a:p>
            <a:r>
              <a:rPr lang="en-US" sz="1400" i="1" dirty="0">
                <a:solidFill>
                  <a:schemeClr val="accent5"/>
                </a:solidFill>
              </a:rPr>
              <a:t>    2) prerequisites installation</a:t>
            </a:r>
          </a:p>
          <a:p>
            <a:r>
              <a:rPr lang="en-US" sz="1400" i="1" dirty="0">
                <a:solidFill>
                  <a:schemeClr val="accent5"/>
                </a:solidFill>
              </a:rPr>
              <a:t>    3) compilation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installation on Linux: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overwrite for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    a) platform specific steps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    b) additional packages</a:t>
            </a:r>
            <a:endParaRPr lang="en-US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10515600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215259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4977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cell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3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(box)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276271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6120566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            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285623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80062" y="5007623"/>
            <a:ext cx="6157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driver</a:t>
            </a:r>
            <a:endParaRPr lang="en-US" sz="14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77655" y="5854719"/>
            <a:ext cx="8683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workflow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134484"/>
              </p:ext>
            </p:extLst>
          </p:nvPr>
        </p:nvGraphicFramePr>
        <p:xfrm>
          <a:off x="714893" y="1601192"/>
          <a:ext cx="10753965" cy="5039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run_test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run_itest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run_stest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run_ptest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328772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2667E-6EC9-5F4F-98FC-18BB98937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Amorphous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949" y="1663258"/>
            <a:ext cx="5602358" cy="471513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800" dirty="0"/>
              <a:t>builds polymers from constitutional repeat units, and packs molecules into condensed phase amorphous cell.</a:t>
            </a:r>
          </a:p>
          <a:p>
            <a:pPr marL="457200" indent="-457200">
              <a:buAutoNum type="arabicParenR"/>
            </a:pPr>
            <a:endParaRPr lang="en-US" sz="2000" dirty="0"/>
          </a:p>
          <a:p>
            <a:pPr marL="0" indent="0">
              <a:buNone/>
            </a:pPr>
            <a:r>
              <a:rPr lang="en-US" sz="1600" dirty="0"/>
              <a:t>Cell Type</a:t>
            </a:r>
          </a:p>
          <a:p>
            <a:pPr marL="0" indent="0">
              <a:buNone/>
            </a:pPr>
            <a:r>
              <a:rPr lang="en-US" sz="1400" dirty="0"/>
              <a:t>1) grid: grid the space and put molecules into sub-cells</a:t>
            </a:r>
          </a:p>
          <a:p>
            <a:pPr marL="0" indent="0">
              <a:buNone/>
            </a:pPr>
            <a:r>
              <a:rPr lang="en-US" sz="1400" dirty="0"/>
              <a:t>2) pack: randomly rotate and translate molecules</a:t>
            </a:r>
          </a:p>
          <a:p>
            <a:pPr marL="0" indent="0">
              <a:buNone/>
            </a:pPr>
            <a:r>
              <a:rPr lang="en-US" sz="1400" dirty="0"/>
              <a:t>3) grow: grow molecules from the smallest rigid fragments</a:t>
            </a:r>
          </a:p>
          <a:p>
            <a:pPr marL="457200" indent="-457200">
              <a:buAutoNum type="arabicParenR"/>
            </a:pPr>
            <a:endParaRPr lang="en-US" sz="1400" dirty="0"/>
          </a:p>
          <a:p>
            <a:pPr marL="0" indent="0">
              <a:buNone/>
            </a:pPr>
            <a:r>
              <a:rPr lang="en-US" sz="1600" dirty="0"/>
              <a:t>Integration test</a:t>
            </a:r>
          </a:p>
          <a:p>
            <a:pPr marL="0" indent="0">
              <a:buNone/>
            </a:pPr>
            <a:r>
              <a:rPr lang="en-US" sz="1400" dirty="0"/>
              <a:t>1)  single molecule or polymer (with part of the geometry set or measured)</a:t>
            </a:r>
          </a:p>
          <a:p>
            <a:pPr marL="0" indent="0">
              <a:buNone/>
            </a:pPr>
            <a:r>
              <a:rPr lang="en-US" sz="1400" dirty="0"/>
              <a:t>2)  multiple molecules and (or) polymers at target or reduced densities</a:t>
            </a:r>
          </a:p>
          <a:p>
            <a:pPr marL="0" indent="0">
              <a:buNone/>
            </a:pPr>
            <a:r>
              <a:rPr lang="en-US" sz="1400" dirty="0"/>
              <a:t>3)  various structures and long polymers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driver/</a:t>
            </a:r>
            <a:r>
              <a:rPr lang="en-US" sz="1400" dirty="0" err="1"/>
              <a:t>amorp_bldr_driver.py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endParaRPr lang="en-US" sz="1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915950"/>
              </p:ext>
            </p:extLst>
          </p:nvPr>
        </p:nvGraphicFramePr>
        <p:xfrm>
          <a:off x="6138407" y="461177"/>
          <a:ext cx="5222320" cy="5906605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8122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660467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048261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59345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73018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Type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Structure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56888" y="6378391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723938" y="6375278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6870</TotalTime>
  <Words>1555</Words>
  <Application>Microsoft Macintosh PowerPoint</Application>
  <PresentationFormat>Widescreen</PresentationFormat>
  <Paragraphs>323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Structure</vt:lpstr>
      <vt:lpstr>Installation (dev)</vt:lpstr>
      <vt:lpstr>Architecture</vt:lpstr>
      <vt:lpstr>Testing</vt:lpstr>
      <vt:lpstr>Amorphous Builder</vt:lpstr>
      <vt:lpstr>Performance Test</vt:lpstr>
      <vt:lpstr>Thoughts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Microsoft Office User</cp:lastModifiedBy>
  <cp:revision>180</cp:revision>
  <dcterms:created xsi:type="dcterms:W3CDTF">2024-07-22T15:38:28Z</dcterms:created>
  <dcterms:modified xsi:type="dcterms:W3CDTF">2025-01-17T20:14:24Z</dcterms:modified>
</cp:coreProperties>
</file>