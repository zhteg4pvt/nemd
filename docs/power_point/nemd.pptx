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76"/>
    <p:restoredTop sz="96123"/>
  </p:normalViewPr>
  <p:slideViewPr>
    <p:cSldViewPr snapToGrid="0" snapToObjects="1">
      <p:cViewPr varScale="1">
        <p:scale>
          <a:sx n="194" d="100"/>
          <a:sy n="194" d="100"/>
        </p:scale>
        <p:origin x="7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5/26/25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5/26/25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5/26/25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5/26/25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5/26/25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5/26/25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5/26/25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5/26/25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5/26/25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5/26/25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5/26/25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5/26/25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5/26/25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544632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001049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9526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101435" y="2211484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&amp; assign (</a:t>
            </a:r>
            <a:r>
              <a:rPr lang="en-US" sz="1400" dirty="0" err="1">
                <a:solidFill>
                  <a:srgbClr val="00B0F0"/>
                </a:solidFill>
              </a:rPr>
              <a:t>oplsua</a:t>
            </a:r>
            <a:r>
              <a:rPr lang="en-US" sz="1400" dirty="0">
                <a:solidFill>
                  <a:srgbClr val="00B0F0"/>
                </a:solidFill>
              </a:rPr>
              <a:t>, </a:t>
            </a:r>
            <a:r>
              <a:rPr lang="en-US" sz="1400" dirty="0" err="1">
                <a:solidFill>
                  <a:srgbClr val="00B0F0"/>
                </a:solidFill>
              </a:rPr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29888" y="4659429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76941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990672"/>
            <a:ext cx="1969479" cy="92496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82742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469142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369491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713925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712439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352076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469142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713925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01701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990672"/>
            <a:ext cx="2121299" cy="924967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1936539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647820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11483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991604"/>
            <a:ext cx="7318721" cy="92572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4995681" y="4659276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4965771" y="476286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11484"/>
            <a:ext cx="11860396" cy="2771799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A42516C-AEDC-294C-7357-100D6252F9BC}"/>
              </a:ext>
            </a:extLst>
          </p:cNvPr>
          <p:cNvSpPr/>
          <p:nvPr/>
        </p:nvSpPr>
        <p:spPr>
          <a:xfrm>
            <a:off x="391887" y="924847"/>
            <a:ext cx="8044542" cy="92572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hardcoded const (symbols)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</p:txBody>
      </p:sp>
    </p:spTree>
    <p:extLst>
      <p:ext uri="{BB962C8B-B14F-4D97-AF65-F5344CB8AC3E}">
        <p14:creationId xmlns:p14="http://schemas.microsoft.com/office/powerpoint/2010/main" val="2314276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9896</TotalTime>
  <Words>3731</Words>
  <Application>Microsoft Macintosh PowerPoint</Application>
  <PresentationFormat>Widescreen</PresentationFormat>
  <Paragraphs>661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325</cp:revision>
  <dcterms:created xsi:type="dcterms:W3CDTF">2024-07-22T15:38:28Z</dcterms:created>
  <dcterms:modified xsi:type="dcterms:W3CDTF">2025-05-26T17:43:00Z</dcterms:modified>
</cp:coreProperties>
</file>