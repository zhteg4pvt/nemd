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6170"/>
  </p:normalViewPr>
  <p:slideViewPr>
    <p:cSldViewPr snapToGrid="0" snapToObjects="1">
      <p:cViewPr varScale="1">
        <p:scale>
          <a:sx n="118" d="100"/>
          <a:sy n="118" d="100"/>
        </p:scale>
        <p:origin x="9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4/7/25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4/7/25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4/7/25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4/7/25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9680</TotalTime>
  <Words>3673</Words>
  <Application>Microsoft Macintosh PowerPoint</Application>
  <PresentationFormat>Widescreen</PresentationFormat>
  <Paragraphs>640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318</cp:revision>
  <dcterms:created xsi:type="dcterms:W3CDTF">2024-07-22T15:38:28Z</dcterms:created>
  <dcterms:modified xsi:type="dcterms:W3CDTF">2025-04-08T00:39:05Z</dcterms:modified>
</cp:coreProperties>
</file>