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774"/>
    <p:restoredTop sz="96207"/>
  </p:normalViewPr>
  <p:slideViewPr>
    <p:cSldViewPr snapToGrid="0" snapToObjects="1">
      <p:cViewPr>
        <p:scale>
          <a:sx n="220" d="100"/>
          <a:sy n="220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6/20/25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6/20/25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6/20/25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6/20/25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6/20/25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6/20/25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6/20/25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6/20/25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6793889" y="3319300"/>
            <a:ext cx="150894" cy="38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999236" y="3175231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734629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9887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759BFA4-27FA-CD6B-6735-5F256E9C76BB}"/>
              </a:ext>
            </a:extLst>
          </p:cNvPr>
          <p:cNvCxnSpPr>
            <a:cxnSpLocks/>
          </p:cNvCxnSpPr>
          <p:nvPr/>
        </p:nvCxnSpPr>
        <p:spPr>
          <a:xfrm flipH="1">
            <a:off x="7371963" y="310084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326479" y="3569724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 flipV="1">
            <a:off x="6793889" y="3465712"/>
            <a:ext cx="640983" cy="178882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64030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CCCC (120)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 (1)| 10 (1)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[</a:t>
                      </a:r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Ar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Failed Initialization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CC(=O)C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CCC(=O)CC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CC(C)CC(=O)C(C)(C)C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O CCCO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[Li+].[F-]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[Na+].[Cl-]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[Br-].[Mg+2].[Br-]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[K+].[Br-]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[He] [Ne] [</a:t>
                      </a:r>
                      <a:r>
                        <a:rPr lang="en-US" sz="1000" u="none" strike="noStrike" dirty="0" err="1">
                          <a:effectLst/>
                        </a:rPr>
                        <a:t>Ar</a:t>
                      </a:r>
                      <a:r>
                        <a:rPr lang="en-US" sz="1000" u="none" strike="noStrike" dirty="0">
                          <a:effectLst/>
                        </a:rPr>
                        <a:t>] [Kr] [Xe]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[Ca+2] [Sr+2] [Ba+2] [Cl-]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10032</TotalTime>
  <Words>3669</Words>
  <Application>Microsoft Macintosh PowerPoint</Application>
  <PresentationFormat>Widescreen</PresentationFormat>
  <Paragraphs>646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329</cp:revision>
  <dcterms:created xsi:type="dcterms:W3CDTF">2024-07-22T15:38:28Z</dcterms:created>
  <dcterms:modified xsi:type="dcterms:W3CDTF">2025-06-21T01:24:31Z</dcterms:modified>
</cp:coreProperties>
</file>