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62" r:id="rId12"/>
    <p:sldId id="271" r:id="rId13"/>
    <p:sldId id="268" r:id="rId14"/>
    <p:sldId id="267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555"/>
    <p:restoredTop sz="96186"/>
  </p:normalViewPr>
  <p:slideViewPr>
    <p:cSldViewPr snapToGrid="0" snapToObjects="1">
      <p:cViewPr varScale="1">
        <p:scale>
          <a:sx n="179" d="100"/>
          <a:sy n="179" d="100"/>
        </p:scale>
        <p:origin x="21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2/2/25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2/2/25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2/2/25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525" y="1621795"/>
            <a:ext cx="6767156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50" dirty="0"/>
              <a:t>1) </a:t>
            </a:r>
            <a:r>
              <a:rPr lang="en-US" sz="1550" i="1" dirty="0">
                <a:solidFill>
                  <a:schemeClr val="accent2"/>
                </a:solidFill>
              </a:rPr>
              <a:t>bash -c "$(curl 'https://</a:t>
            </a:r>
            <a:r>
              <a:rPr lang="en-US" sz="155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50" i="1" dirty="0">
                <a:solidFill>
                  <a:schemeClr val="accent2"/>
                </a:solidFill>
              </a:rPr>
              <a:t>/zhteg4/</a:t>
            </a:r>
            <a:r>
              <a:rPr lang="en-US" sz="1550" i="1" dirty="0" err="1">
                <a:solidFill>
                  <a:schemeClr val="accent2"/>
                </a:solidFill>
              </a:rPr>
              <a:t>nemd</a:t>
            </a:r>
            <a:r>
              <a:rPr lang="en-US" sz="155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50" dirty="0"/>
              <a:t>2) </a:t>
            </a:r>
            <a:r>
              <a:rPr lang="en-US" sz="1550" i="1" dirty="0">
                <a:solidFill>
                  <a:schemeClr val="accent1"/>
                </a:solidFill>
              </a:rPr>
              <a:t>cd ~/git/</a:t>
            </a:r>
            <a:r>
              <a:rPr lang="en-US" sz="1550" i="1" dirty="0" err="1">
                <a:solidFill>
                  <a:schemeClr val="accent1"/>
                </a:solidFill>
              </a:rPr>
              <a:t>nemd</a:t>
            </a:r>
            <a:r>
              <a:rPr lang="en-US" sz="155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43222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37081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python, shell,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400" dirty="0">
              <a:solidFill>
                <a:schemeClr val="tx1"/>
              </a:solidFill>
            </a:endParaRP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43222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2361381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4324843"/>
              </p:ext>
            </p:extLst>
          </p:nvPr>
        </p:nvGraphicFramePr>
        <p:xfrm>
          <a:off x="416261" y="5029200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246044"/>
              </p:ext>
            </p:extLst>
          </p:nvPr>
        </p:nvGraphicFramePr>
        <p:xfrm>
          <a:off x="5163591" y="4146884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572001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543551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751666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330309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4977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cell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3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(box)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04911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259878" y="1963691"/>
            <a:ext cx="12057247" cy="4114800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"Shell Type: 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"Shell Type: 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"Shell Type: 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br>
              <a:rPr lang="en-US" sz="1200" dirty="0"/>
            </a:b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 [ -d "$1" ] &amp;&amp; echo $PATH | grep -q "$1”  || export PATH="$1${PATH:+":$PATH"}”; 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62447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866693"/>
              </p:ext>
            </p:extLst>
          </p:nvPr>
        </p:nvGraphicFramePr>
        <p:xfrm>
          <a:off x="714893" y="1591570"/>
          <a:ext cx="10753965" cy="47824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590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2886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328772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104915"/>
              </p:ext>
            </p:extLst>
          </p:nvPr>
        </p:nvGraphicFramePr>
        <p:xfrm>
          <a:off x="7038321" y="1541496"/>
          <a:ext cx="4167941" cy="140470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61410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553838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6663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9345035"/>
              </p:ext>
            </p:extLst>
          </p:nvPr>
        </p:nvGraphicFramePr>
        <p:xfrm>
          <a:off x="7038322" y="3112074"/>
          <a:ext cx="4167940" cy="18288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77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310148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284016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</a:t>
                      </a:r>
                      <a:r>
                        <a:rPr lang="en-US" sz="1400" dirty="0" err="1"/>
                        <a:t>cmd</a:t>
                      </a:r>
                      <a:r>
                        <a:rPr lang="en-US" sz="1400" dirty="0"/>
                        <a:t>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not_exist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non-existence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179171"/>
              </p:ext>
            </p:extLst>
          </p:nvPr>
        </p:nvGraphicFramePr>
        <p:xfrm>
          <a:off x="7038322" y="5130999"/>
          <a:ext cx="4167941" cy="1012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7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310149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4094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4094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573958"/>
            <a:ext cx="5847585" cy="4508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For example:</a:t>
            </a:r>
          </a:p>
          <a:p>
            <a:endParaRPr lang="en-US" sz="1500" dirty="0"/>
          </a:p>
          <a:p>
            <a:r>
              <a:rPr lang="en-US" sz="1400" i="1" dirty="0"/>
              <a:t>cd test/integration/0001; head </a:t>
            </a:r>
            <a:r>
              <a:rPr lang="en-US" sz="1400" i="1" dirty="0" err="1"/>
              <a:t>cmd</a:t>
            </a:r>
            <a:r>
              <a:rPr lang="en-US" sz="1400" i="1" dirty="0"/>
              <a:t> check tag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Amorphous builder on C</a:t>
            </a:r>
          </a:p>
          <a:p>
            <a:r>
              <a:rPr lang="en-US" sz="1400" i="1" dirty="0" err="1"/>
              <a:t>run_nemd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C -</a:t>
            </a:r>
            <a:r>
              <a:rPr lang="en-US" sz="1400" i="1" dirty="0" err="1"/>
              <a:t>cru_num</a:t>
            </a:r>
            <a:r>
              <a:rPr lang="en-US" sz="1400" i="1" dirty="0"/>
              <a:t> 10 -</a:t>
            </a:r>
            <a:r>
              <a:rPr lang="en-US" sz="1400" i="1" dirty="0" err="1"/>
              <a:t>mol_num</a:t>
            </a:r>
            <a:r>
              <a:rPr lang="en-US" sz="1400" i="1" dirty="0"/>
              <a:t> 10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/>
              <a:t># polymers are built the same</a:t>
            </a:r>
          </a:p>
          <a:p>
            <a:r>
              <a:rPr lang="en-US" sz="1400" i="1" dirty="0" err="1"/>
              <a:t>cmp</a:t>
            </a:r>
            <a:r>
              <a:rPr lang="en-US" sz="1400" i="1" dirty="0"/>
              <a:t>('</a:t>
            </a:r>
            <a:r>
              <a:rPr lang="en-US" sz="1400" i="1" dirty="0" err="1"/>
              <a:t>polymer_builder.data</a:t>
            </a:r>
            <a:r>
              <a:rPr lang="en-US" sz="1400" i="1" dirty="0"/>
              <a:t>', '</a:t>
            </a:r>
            <a:r>
              <a:rPr lang="en-US" sz="1400" i="1" dirty="0" err="1"/>
              <a:t>amorp_bldr.data</a:t>
            </a:r>
            <a:r>
              <a:rPr lang="en-US" sz="1400" i="1" dirty="0"/>
              <a:t>')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slow(00:00:03)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</a:t>
            </a:r>
            <a:r>
              <a:rPr lang="en-US" sz="1400" i="1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6492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9078</TotalTime>
  <Words>3134</Words>
  <Application>Microsoft Macintosh PowerPoint</Application>
  <PresentationFormat>Widescreen</PresentationFormat>
  <Paragraphs>557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PowerPoint Presentation</vt:lpstr>
      <vt:lpstr>PowerPoint Presentation</vt:lpstr>
      <vt:lpstr>Scientific Test</vt:lpstr>
      <vt:lpstr>Performance Test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290</cp:revision>
  <dcterms:created xsi:type="dcterms:W3CDTF">2024-07-22T15:38:28Z</dcterms:created>
  <dcterms:modified xsi:type="dcterms:W3CDTF">2025-02-03T00:34:51Z</dcterms:modified>
</cp:coreProperties>
</file>