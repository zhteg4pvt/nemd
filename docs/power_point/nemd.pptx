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6" r:id="rId6"/>
    <p:sldId id="264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38"/>
    <p:restoredTop sz="96247"/>
  </p:normalViewPr>
  <p:slideViewPr>
    <p:cSldViewPr snapToGrid="0" snapToObjects="1">
      <p:cViewPr varScale="1">
        <p:scale>
          <a:sx n="154" d="100"/>
          <a:sy n="154" d="100"/>
        </p:scale>
        <p:origin x="1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1/21/25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C81EDA-B9C2-8543-B841-6A2EFDA806E7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notice allows similar redistribution.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standard disclaimer claims that the software is provided as is and in no event shall the copyright holder or contributors be liable for any damages.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Neither the name of the copyright holder nor the names of its contributors may be used to endorse or promote products derived from this software without specific prior written permission.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See 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/blob/main/LICENSE</a:t>
            </a:r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91940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setup.py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/>
                        <a:t>PyPI</a:t>
                      </a:r>
                      <a:r>
                        <a:rPr lang="en-US" sz="1800" dirty="0"/>
                        <a:t> installation with dependencies on Darwin and Linux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53880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sh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POSIX shell scripts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90122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Single 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Multiple executions followed by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 tests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616" y="1565519"/>
            <a:ext cx="6445133" cy="290384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600" dirty="0"/>
              <a:t>1) </a:t>
            </a:r>
            <a:r>
              <a:rPr lang="en-US" sz="2600" dirty="0">
                <a:solidFill>
                  <a:schemeClr val="accent2"/>
                </a:solidFill>
              </a:rPr>
              <a:t>https://</a:t>
            </a:r>
            <a:r>
              <a:rPr lang="en-US" sz="2600" dirty="0" err="1">
                <a:solidFill>
                  <a:schemeClr val="accent2"/>
                </a:solidFill>
              </a:rPr>
              <a:t>github.com</a:t>
            </a:r>
            <a:r>
              <a:rPr lang="en-US" sz="2600" dirty="0">
                <a:solidFill>
                  <a:schemeClr val="accent2"/>
                </a:solidFill>
              </a:rPr>
              <a:t>/zhteg4pvt/</a:t>
            </a:r>
            <a:r>
              <a:rPr lang="en-US" sz="2600" dirty="0" err="1">
                <a:solidFill>
                  <a:schemeClr val="accent2"/>
                </a:solidFill>
              </a:rPr>
              <a:t>nemd</a:t>
            </a:r>
            <a:r>
              <a:rPr lang="en-US" sz="2600" dirty="0">
                <a:solidFill>
                  <a:schemeClr val="accent2"/>
                </a:solidFill>
              </a:rPr>
              <a:t>/blob/main/</a:t>
            </a:r>
            <a:r>
              <a:rPr lang="en-US" sz="2600" dirty="0" err="1">
                <a:solidFill>
                  <a:schemeClr val="accent2"/>
                </a:solidFill>
              </a:rPr>
              <a:t>sh</a:t>
            </a:r>
            <a:r>
              <a:rPr lang="en-US" sz="2600" dirty="0">
                <a:solidFill>
                  <a:schemeClr val="accent2"/>
                </a:solidFill>
              </a:rPr>
              <a:t>/setup</a:t>
            </a:r>
          </a:p>
          <a:p>
            <a:pPr marL="0" indent="0">
              <a:buNone/>
            </a:pPr>
            <a:r>
              <a:rPr lang="en-US" sz="2600" dirty="0"/>
              <a:t>2) </a:t>
            </a:r>
            <a:r>
              <a:rPr lang="en-US" sz="2600" dirty="0">
                <a:solidFill>
                  <a:schemeClr val="accent1"/>
                </a:solidFill>
              </a:rPr>
              <a:t>cd ~/git/</a:t>
            </a:r>
            <a:r>
              <a:rPr lang="en-US" sz="2600" dirty="0" err="1">
                <a:solidFill>
                  <a:schemeClr val="accent1"/>
                </a:solidFill>
              </a:rPr>
              <a:t>nemd</a:t>
            </a:r>
            <a:r>
              <a:rPr lang="en-US" sz="2600" dirty="0">
                <a:solidFill>
                  <a:schemeClr val="accent1"/>
                </a:solidFill>
              </a:rPr>
              <a:t>; pip3 install .[dev] –v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Supported and Tested:</a:t>
            </a:r>
          </a:p>
          <a:p>
            <a:r>
              <a:rPr lang="en-US" sz="2600" dirty="0"/>
              <a:t>Python 3.10.12</a:t>
            </a:r>
          </a:p>
          <a:p>
            <a:r>
              <a:rPr lang="en-US" sz="2600" dirty="0"/>
              <a:t>macOS Sequoia (Intel CPU, Intel Iris Plus Graphics)</a:t>
            </a:r>
          </a:p>
          <a:p>
            <a:r>
              <a:rPr lang="en-US" sz="2600" dirty="0"/>
              <a:t>Ubuntu 22.04.4 LTS (Intel CPU, GeForce 1080 GPU)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6824749" y="496153"/>
            <a:ext cx="4995950" cy="5386090"/>
          </a:xfrm>
          <a:prstGeom prst="rect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Install Packages and set up environment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..</a:t>
            </a:r>
          </a:p>
          <a:p>
            <a:r>
              <a:rPr lang="en-US" sz="1400" dirty="0"/>
              <a:t>   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</a:t>
            </a:r>
          </a:p>
          <a:p>
            <a:r>
              <a:rPr lang="en-US" sz="1400" dirty="0"/>
              <a:t>    BIN=$(python3 -m site --user-base)/bin</a:t>
            </a:r>
          </a:p>
          <a:p>
            <a:r>
              <a:rPr lang="en-US" sz="1400" dirty="0"/>
              <a:t>    export PATH="$BIN${PATH:+":$PATH"}”</a:t>
            </a:r>
          </a:p>
          <a:p>
            <a:r>
              <a:rPr lang="en-US" sz="1400" dirty="0"/>
              <a:t>    ;;</a:t>
            </a:r>
            <a:br>
              <a:rPr lang="en-US" sz="1400" dirty="0"/>
            </a:br>
            <a:r>
              <a:rPr lang="en-US" sz="1400" dirty="0" err="1"/>
              <a:t>esac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Install drivers 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68285" y="4443807"/>
            <a:ext cx="5849388" cy="1877437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# Copy python, shell, and data</a:t>
            </a:r>
          </a:p>
          <a:p>
            <a:r>
              <a:rPr lang="en-US" sz="1400" dirty="0"/>
              <a:t>setup(</a:t>
            </a:r>
          </a:p>
          <a:p>
            <a:r>
              <a:rPr lang="en-US" sz="1400" dirty="0"/>
              <a:t>    packages=[</a:t>
            </a:r>
            <a:r>
              <a:rPr lang="en-US" sz="1400" dirty="0" err="1"/>
              <a:t>nemd</a:t>
            </a:r>
            <a:r>
              <a:rPr lang="en-US" sz="1400" dirty="0"/>
              <a:t>, alamode],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package_dir</a:t>
            </a:r>
            <a:r>
              <a:rPr lang="en-US" sz="1400" dirty="0"/>
              <a:t>=[module/</a:t>
            </a:r>
            <a:r>
              <a:rPr lang="en-US" sz="1400" dirty="0" err="1"/>
              <a:t>nemd</a:t>
            </a:r>
            <a:r>
              <a:rPr lang="en-US" sz="1400" dirty="0"/>
              <a:t>],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package_data</a:t>
            </a:r>
            <a:r>
              <a:rPr lang="en-US" sz="1400" dirty="0"/>
              <a:t>=</a:t>
            </a:r>
            <a:r>
              <a:rPr lang="en-US" sz="1400" dirty="0">
                <a:solidFill>
                  <a:schemeClr val="tx1"/>
                </a:solidFill>
              </a:rPr>
              <a:t> {</a:t>
            </a:r>
            <a:r>
              <a:rPr lang="en-US" sz="1400" dirty="0" err="1">
                <a:solidFill>
                  <a:schemeClr val="tx1"/>
                </a:solidFill>
              </a:rPr>
              <a:t>nemd</a:t>
            </a:r>
            <a:r>
              <a:rPr lang="en-US" sz="1400" dirty="0">
                <a:solidFill>
                  <a:schemeClr val="tx1"/>
                </a:solidFill>
              </a:rPr>
              <a:t>: [data/</a:t>
            </a:r>
            <a:r>
              <a:rPr lang="en-US" sz="1400" dirty="0" err="1">
                <a:solidFill>
                  <a:schemeClr val="tx1"/>
                </a:solidFill>
              </a:rPr>
              <a:t>ff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oplsua</a:t>
            </a:r>
            <a:r>
              <a:rPr lang="en-US" sz="1400" dirty="0">
                <a:solidFill>
                  <a:schemeClr val="tx1"/>
                </a:solidFill>
              </a:rPr>
              <a:t>/*.</a:t>
            </a:r>
            <a:r>
              <a:rPr lang="en-US" sz="1400" dirty="0" err="1">
                <a:solidFill>
                  <a:schemeClr val="tx1"/>
                </a:solidFill>
              </a:rPr>
              <a:t>npy</a:t>
            </a:r>
            <a:r>
              <a:rPr lang="en-US" sz="1400" dirty="0">
                <a:solidFill>
                  <a:schemeClr val="tx1"/>
                </a:solidFill>
              </a:rPr>
              <a:t>]}</a:t>
            </a:r>
            <a:r>
              <a:rPr lang="en-US" sz="1400" dirty="0"/>
              <a:t>,</a:t>
            </a:r>
            <a:br>
              <a:rPr lang="en-US" sz="1400" dirty="0"/>
            </a:br>
            <a:r>
              <a:rPr lang="en-US" sz="1400" dirty="0"/>
              <a:t>    scripts= =[</a:t>
            </a:r>
            <a:r>
              <a:rPr lang="en-US" sz="1400" dirty="0" err="1"/>
              <a:t>sh</a:t>
            </a:r>
            <a:r>
              <a:rPr lang="en-US" sz="1400" dirty="0"/>
              <a:t>/</a:t>
            </a:r>
            <a:r>
              <a:rPr lang="en-US" sz="1400" dirty="0" err="1"/>
              <a:t>run_nemd</a:t>
            </a:r>
            <a:r>
              <a:rPr lang="en-US" sz="1400" dirty="0"/>
              <a:t>, driver/</a:t>
            </a:r>
            <a:r>
              <a:rPr lang="en-US" sz="1400" dirty="0" err="1"/>
              <a:t>amorp_bldr_driver.py</a:t>
            </a:r>
            <a:r>
              <a:rPr lang="en-US" sz="1400" dirty="0"/>
              <a:t>],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# Binary Compilation</a:t>
            </a:r>
            <a:endParaRPr lang="en-US" sz="1400" dirty="0"/>
          </a:p>
          <a:p>
            <a:r>
              <a:rPr lang="en-US" sz="1400" dirty="0"/>
              <a:t>    </a:t>
            </a:r>
            <a:r>
              <a:rPr lang="en-US" sz="1400" dirty="0" err="1"/>
              <a:t>cmdclass</a:t>
            </a:r>
            <a:r>
              <a:rPr lang="en-US" sz="1400" dirty="0"/>
              <a:t>={'install': Install})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1111466" y="496153"/>
            <a:ext cx="709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279739" y="4469366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41107" y="2023400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python </a:t>
            </a:r>
            <a:r>
              <a:rPr lang="en-US" dirty="0" err="1">
                <a:solidFill>
                  <a:schemeClr val="accent1"/>
                </a:solidFill>
              </a:rPr>
              <a:t>setup.py</a:t>
            </a:r>
            <a:r>
              <a:rPr lang="en-US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632764"/>
              </p:ext>
            </p:extLst>
          </p:nvPr>
        </p:nvGraphicFramePr>
        <p:xfrm>
          <a:off x="497669" y="2681791"/>
          <a:ext cx="6152513" cy="329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127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954386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66635">
                <a:tc>
                  <a:txBody>
                    <a:bodyPr/>
                    <a:lstStyle/>
                    <a:p>
                      <a:r>
                        <a:rPr lang="en-US" sz="1600" b="0" i="1" dirty="0">
                          <a:solidFill>
                            <a:schemeClr val="tx1"/>
                          </a:solidFill>
                        </a:rPr>
                        <a:t>Function</a:t>
                      </a:r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setuptools</a:t>
                      </a:r>
                      <a:r>
                        <a:rPr lang="en-US" sz="1600" dirty="0" err="1"/>
                        <a:t>.setup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Python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6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Non-python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: [data/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ff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oplsua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/*.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npy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]}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scripts=[</a:t>
                      </a:r>
                      <a:r>
                        <a:rPr lang="en-US" sz="1600" dirty="0" err="1"/>
                        <a:t>sh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run_nemd</a:t>
                      </a:r>
                      <a:r>
                        <a:rPr lang="en-US" sz="1600" dirty="0"/>
                        <a:t>, driver/</a:t>
                      </a:r>
                      <a:r>
                        <a:rPr lang="en-US" sz="1600" dirty="0" err="1"/>
                        <a:t>amorp_bldr_driver.py</a:t>
                      </a:r>
                      <a:r>
                        <a:rPr lang="en-US" sz="16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packages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install_requires</a:t>
                      </a:r>
                      <a:r>
                        <a:rPr lang="en-US" sz="1600" dirty="0"/>
                        <a:t>=[</a:t>
                      </a:r>
                      <a:r>
                        <a:rPr lang="en-US" sz="1600" dirty="0" err="1"/>
                        <a:t>numpy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scipy</a:t>
                      </a:r>
                      <a:r>
                        <a:rPr lang="en-US" sz="1600" dirty="0"/>
                        <a:t>&gt;=1.14.1]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on request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extras_require</a:t>
                      </a:r>
                      <a:r>
                        <a:rPr lang="en-US" sz="1600" dirty="0"/>
                        <a:t>={dev: [</a:t>
                      </a:r>
                      <a:r>
                        <a:rPr lang="en-US" sz="1600" dirty="0" err="1"/>
                        <a:t>yapf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snakeviz</a:t>
                      </a:r>
                      <a:r>
                        <a:rPr lang="en-US" sz="1600" dirty="0"/>
                        <a:t>]}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689618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>
                          <a:solidFill>
                            <a:schemeClr val="tx1"/>
                          </a:solidFill>
                        </a:rPr>
                        <a:t>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classifiers=[Development Status :: 5 -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7030A0"/>
                          </a:solidFill>
                        </a:rPr>
                        <a:t>Compilation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cmdclass</a:t>
                      </a:r>
                      <a:r>
                        <a:rPr lang="en-US" sz="1600" dirty="0"/>
                        <a:t>={install: </a:t>
                      </a:r>
                      <a:r>
                        <a:rPr lang="en-US" sz="1600" dirty="0">
                          <a:solidFill>
                            <a:srgbClr val="7030A0"/>
                          </a:solidFill>
                        </a:rPr>
                        <a:t>Install</a:t>
                      </a:r>
                      <a:r>
                        <a:rPr lang="en-US" sz="1600" dirty="0"/>
                        <a:t>})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9077"/>
                  </a:ext>
                </a:extLst>
              </a:tr>
            </a:tbl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A4340C03-E600-424E-A291-189EF945B9B2}"/>
              </a:ext>
            </a:extLst>
          </p:cNvPr>
          <p:cNvSpPr/>
          <p:nvPr/>
        </p:nvSpPr>
        <p:spPr>
          <a:xfrm>
            <a:off x="5230942" y="3420284"/>
            <a:ext cx="147363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B002D2-2AA0-A944-A6C0-A3FA61E296F7}"/>
              </a:ext>
            </a:extLst>
          </p:cNvPr>
          <p:cNvSpPr/>
          <p:nvPr/>
        </p:nvSpPr>
        <p:spPr>
          <a:xfrm>
            <a:off x="6196090" y="3846460"/>
            <a:ext cx="5424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F7788B-450F-6146-9633-30E825AC9513}"/>
              </a:ext>
            </a:extLst>
          </p:cNvPr>
          <p:cNvSpPr/>
          <p:nvPr/>
        </p:nvSpPr>
        <p:spPr>
          <a:xfrm>
            <a:off x="6757785" y="295495"/>
            <a:ext cx="3300613" cy="63401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class </a:t>
            </a:r>
            <a:r>
              <a:rPr lang="en-US" sz="1400" dirty="0">
                <a:solidFill>
                  <a:srgbClr val="7030A0"/>
                </a:solidFill>
              </a:rPr>
              <a:t>Install</a:t>
            </a:r>
            <a:r>
              <a:rPr lang="en-US" sz="1400" dirty="0"/>
              <a:t>(install):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    def run(self):</a:t>
            </a:r>
            <a:br>
              <a:rPr lang="en-US" sz="1400" dirty="0"/>
            </a:br>
            <a:r>
              <a:rPr lang="en-US" sz="1400" dirty="0"/>
              <a:t>        match </a:t>
            </a:r>
            <a:r>
              <a:rPr lang="en-US" sz="1400" dirty="0" err="1"/>
              <a:t>sys.platform</a:t>
            </a:r>
            <a:r>
              <a:rPr lang="en-US" sz="1400" dirty="0"/>
              <a:t>:</a:t>
            </a:r>
            <a:br>
              <a:rPr lang="en-US" sz="1400" dirty="0"/>
            </a:br>
            <a:r>
              <a:rPr lang="en-US" sz="1400" dirty="0"/>
              <a:t>            case '</a:t>
            </a:r>
            <a:r>
              <a:rPr lang="en-US" sz="1400" dirty="0" err="1"/>
              <a:t>darwin</a:t>
            </a:r>
            <a:r>
              <a:rPr lang="en-US" sz="1400" dirty="0"/>
              <a:t>':</a:t>
            </a:r>
            <a:br>
              <a:rPr lang="en-US" sz="1400" dirty="0"/>
            </a:br>
            <a:r>
              <a:rPr lang="en-US" sz="1400" dirty="0"/>
              <a:t>                Darwin().run()</a:t>
            </a:r>
            <a:br>
              <a:rPr lang="en-US" sz="1400" dirty="0"/>
            </a:br>
            <a:r>
              <a:rPr lang="en-US" sz="1400" dirty="0"/>
              <a:t>            case '</a:t>
            </a:r>
            <a:r>
              <a:rPr lang="en-US" sz="1400" dirty="0" err="1"/>
              <a:t>linux</a:t>
            </a:r>
            <a:r>
              <a:rPr lang="en-US" sz="1400" dirty="0"/>
              <a:t>':</a:t>
            </a:r>
            <a:br>
              <a:rPr lang="en-US" sz="1400" dirty="0"/>
            </a:br>
            <a:r>
              <a:rPr lang="en-US" sz="1400" dirty="0"/>
              <a:t>                Linux().run()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class Darwin:</a:t>
            </a:r>
          </a:p>
          <a:p>
            <a:endParaRPr lang="en-US" sz="1400" dirty="0"/>
          </a:p>
          <a:p>
            <a:r>
              <a:rPr lang="en-US" sz="1400" dirty="0"/>
              <a:t>    def run(self):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self.check</a:t>
            </a:r>
            <a:r>
              <a:rPr lang="en-US" sz="1400" dirty="0"/>
              <a:t>()</a:t>
            </a:r>
            <a:br>
              <a:rPr lang="en-US" sz="1400" dirty="0"/>
            </a:br>
            <a:r>
              <a:rPr lang="en-US" sz="1400" dirty="0"/>
              <a:t>        self. install()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self.compile</a:t>
            </a:r>
            <a:r>
              <a:rPr lang="en-US" sz="1400" dirty="0"/>
              <a:t>()</a:t>
            </a:r>
          </a:p>
          <a:p>
            <a:endParaRPr lang="en-US" sz="1400" dirty="0"/>
          </a:p>
          <a:p>
            <a:r>
              <a:rPr lang="en-US" sz="1400" dirty="0"/>
              <a:t>class Linux(Darwin):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    def install(self, *</a:t>
            </a:r>
            <a:r>
              <a:rPr lang="en-US" sz="1400" dirty="0" err="1"/>
              <a:t>pkgs</a:t>
            </a:r>
            <a:r>
              <a:rPr lang="en-US" sz="1400" dirty="0"/>
              <a:t>):</a:t>
            </a:r>
          </a:p>
          <a:p>
            <a:r>
              <a:rPr lang="en-US" sz="1400" i="1" dirty="0"/>
              <a:t>        </a:t>
            </a:r>
            <a:r>
              <a:rPr lang="en-US" sz="1400" i="1" dirty="0" err="1"/>
              <a:t>cmd</a:t>
            </a:r>
            <a:r>
              <a:rPr lang="en-US" sz="1400" i="1" dirty="0"/>
              <a:t> = </a:t>
            </a:r>
            <a:r>
              <a:rPr lang="en-US" sz="1400" dirty="0"/>
              <a:t>'</a:t>
            </a:r>
            <a:r>
              <a:rPr lang="en-US" sz="1400" dirty="0" err="1"/>
              <a:t>nvidia-smi</a:t>
            </a:r>
            <a:r>
              <a:rPr lang="en-US" sz="1400" dirty="0"/>
              <a:t> | grep NVIDIA-SMI'</a:t>
            </a:r>
            <a:br>
              <a:rPr lang="en-US" sz="1400" i="1" dirty="0"/>
            </a:br>
            <a:r>
              <a:rPr lang="en-US" sz="1400" i="1" dirty="0"/>
              <a:t>        </a:t>
            </a:r>
            <a:r>
              <a:rPr lang="en-US" sz="1400" dirty="0"/>
              <a:t>info = </a:t>
            </a:r>
            <a:r>
              <a:rPr lang="en-US" sz="1400" dirty="0" err="1"/>
              <a:t>subprocess.run</a:t>
            </a:r>
            <a:r>
              <a:rPr lang="en-US" sz="1400" dirty="0"/>
              <a:t>(</a:t>
            </a:r>
            <a:r>
              <a:rPr lang="en-US" sz="1400" dirty="0" err="1"/>
              <a:t>cmd</a:t>
            </a:r>
            <a:r>
              <a:rPr lang="en-US" sz="1400" dirty="0"/>
              <a:t>, shell=True)</a:t>
            </a:r>
            <a:br>
              <a:rPr lang="en-US" sz="1400" dirty="0"/>
            </a:br>
            <a:r>
              <a:rPr lang="en-US" sz="1400" dirty="0"/>
              <a:t>        if not </a:t>
            </a:r>
            <a:r>
              <a:rPr lang="en-US" sz="1400" dirty="0" err="1"/>
              <a:t>info.returncode</a:t>
            </a:r>
            <a:r>
              <a:rPr lang="en-US" sz="1400" dirty="0"/>
              <a:t>:</a:t>
            </a:r>
            <a:br>
              <a:rPr lang="en-US" sz="1400" dirty="0"/>
            </a:br>
            <a:r>
              <a:rPr lang="en-US" sz="1400" dirty="0"/>
              <a:t>            </a:t>
            </a:r>
            <a:r>
              <a:rPr lang="en-US" sz="1400" dirty="0" err="1"/>
              <a:t>pkgs</a:t>
            </a:r>
            <a:r>
              <a:rPr lang="en-US" sz="1400" dirty="0"/>
              <a:t> += ('</a:t>
            </a:r>
            <a:r>
              <a:rPr lang="en-US" sz="1400" dirty="0" err="1"/>
              <a:t>nvidia</a:t>
            </a:r>
            <a:r>
              <a:rPr lang="en-US" sz="1400" dirty="0"/>
              <a:t>-</a:t>
            </a:r>
            <a:r>
              <a:rPr lang="en-US" sz="1400" dirty="0" err="1"/>
              <a:t>cuda</a:t>
            </a:r>
            <a:r>
              <a:rPr lang="en-US" sz="1400" dirty="0"/>
              <a:t>-toolkit', )</a:t>
            </a:r>
            <a:br>
              <a:rPr lang="en-US" sz="1400" dirty="0"/>
            </a:br>
            <a:r>
              <a:rPr lang="en-US" sz="1400" dirty="0"/>
              <a:t>        super().install(*</a:t>
            </a:r>
            <a:r>
              <a:rPr lang="en-US" sz="1400" dirty="0" err="1"/>
              <a:t>pkgs</a:t>
            </a:r>
            <a:r>
              <a:rPr lang="en-US" sz="1400" dirty="0"/>
              <a:t>)</a:t>
            </a:r>
          </a:p>
          <a:p>
            <a:br>
              <a:rPr lang="en-US" sz="1400" dirty="0"/>
            </a:br>
            <a:r>
              <a:rPr lang="en-US" sz="1400" dirty="0"/>
              <a:t>    def run(self):</a:t>
            </a:r>
            <a:br>
              <a:rPr lang="en-US" sz="1400" dirty="0"/>
            </a:br>
            <a:r>
              <a:rPr lang="en-US" sz="1400" dirty="0"/>
              <a:t>        super().run()</a:t>
            </a:r>
            <a:br>
              <a:rPr lang="en-US" sz="1400" dirty="0"/>
            </a:br>
            <a:r>
              <a:rPr lang="en-US" sz="1400" dirty="0"/>
              <a:t>        </a:t>
            </a:r>
            <a:r>
              <a:rPr lang="en-US" sz="1400" dirty="0" err="1"/>
              <a:t>self.installTerm</a:t>
            </a:r>
            <a:r>
              <a:rPr lang="en-US" sz="1400" dirty="0"/>
              <a:t>()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95B273-8C98-644C-8A99-4E4142236492}"/>
              </a:ext>
            </a:extLst>
          </p:cNvPr>
          <p:cNvSpPr/>
          <p:nvPr/>
        </p:nvSpPr>
        <p:spPr>
          <a:xfrm>
            <a:off x="9274032" y="720336"/>
            <a:ext cx="2696294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accent5"/>
                </a:solidFill>
              </a:rPr>
              <a:t>Install on different platforms: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    Darwin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    Linux</a:t>
            </a:r>
            <a:endParaRPr lang="en-US" sz="1400" dirty="0"/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Install on Darwin: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    1) existence check</a:t>
            </a:r>
          </a:p>
          <a:p>
            <a:r>
              <a:rPr lang="en-US" sz="1400" i="1" dirty="0">
                <a:solidFill>
                  <a:schemeClr val="accent5"/>
                </a:solidFill>
              </a:rPr>
              <a:t>    2) prerequisites installation</a:t>
            </a:r>
          </a:p>
          <a:p>
            <a:r>
              <a:rPr lang="en-US" sz="1400" i="1" dirty="0">
                <a:solidFill>
                  <a:schemeClr val="accent5"/>
                </a:solidFill>
              </a:rPr>
              <a:t>    3) binary compilation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Install on Linux: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    overwrite for customization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 </a:t>
            </a:r>
          </a:p>
          <a:p>
            <a:r>
              <a:rPr lang="en-US" sz="1400" i="1" dirty="0">
                <a:solidFill>
                  <a:schemeClr val="accent5"/>
                </a:solidFill>
              </a:rPr>
              <a:t>         1) GPU toolkit</a:t>
            </a: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endParaRPr lang="en-US" sz="1400" i="1" dirty="0">
              <a:solidFill>
                <a:schemeClr val="accent5"/>
              </a:solidFill>
            </a:endParaRPr>
          </a:p>
          <a:p>
            <a:r>
              <a:rPr lang="en-US" sz="1400" i="1" dirty="0">
                <a:solidFill>
                  <a:schemeClr val="accent5"/>
                </a:solidFill>
              </a:rPr>
              <a:t>         2) </a:t>
            </a:r>
            <a:r>
              <a:rPr lang="en-US" sz="1400" i="1" dirty="0" err="1">
                <a:solidFill>
                  <a:schemeClr val="accent5"/>
                </a:solidFill>
              </a:rPr>
              <a:t>splitted</a:t>
            </a:r>
            <a:r>
              <a:rPr lang="en-US" sz="1400" i="1" dirty="0">
                <a:solidFill>
                  <a:schemeClr val="accent5"/>
                </a:solidFill>
              </a:rPr>
              <a:t> terminals</a:t>
            </a:r>
            <a:endParaRPr lang="en-US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10515600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215259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4977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cell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276271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6120566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            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285623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80062" y="5007623"/>
            <a:ext cx="6157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driver</a:t>
            </a:r>
            <a:endParaRPr lang="en-US" sz="14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77655" y="5854719"/>
            <a:ext cx="8683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workflow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134484"/>
              </p:ext>
            </p:extLst>
          </p:nvPr>
        </p:nvGraphicFramePr>
        <p:xfrm>
          <a:off x="714893" y="1601192"/>
          <a:ext cx="10753965" cy="5039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run_test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  <a:tr h="898096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run_ptest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328772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2667E-6EC9-5F4F-98FC-18BB98937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Amorphous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949" y="1663258"/>
            <a:ext cx="5602358" cy="471513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800" dirty="0"/>
              <a:t>builds polymers from constitutional repeat units, and packs molecules into condensed phase amorphous cell.</a:t>
            </a:r>
          </a:p>
          <a:p>
            <a:pPr marL="457200" indent="-457200">
              <a:buAutoNum type="arabicParenR"/>
            </a:pPr>
            <a:endParaRPr lang="en-US" sz="2000" dirty="0"/>
          </a:p>
          <a:p>
            <a:pPr marL="0" indent="0">
              <a:buNone/>
            </a:pPr>
            <a:r>
              <a:rPr lang="en-US" sz="1600" dirty="0"/>
              <a:t>Cell Type</a:t>
            </a:r>
          </a:p>
          <a:p>
            <a:pPr marL="0" indent="0">
              <a:buNone/>
            </a:pPr>
            <a:r>
              <a:rPr lang="en-US" sz="1400" dirty="0"/>
              <a:t>1) grid: grid the space and put molecules into sub-cells</a:t>
            </a:r>
          </a:p>
          <a:p>
            <a:pPr marL="0" indent="0">
              <a:buNone/>
            </a:pPr>
            <a:r>
              <a:rPr lang="en-US" sz="1400" dirty="0"/>
              <a:t>2) pack: randomly rotate and translate molecules</a:t>
            </a:r>
          </a:p>
          <a:p>
            <a:pPr marL="0" indent="0">
              <a:buNone/>
            </a:pPr>
            <a:r>
              <a:rPr lang="en-US" sz="1400" dirty="0"/>
              <a:t>3) grow: grow molecules from the smallest rigid fragments</a:t>
            </a:r>
          </a:p>
          <a:p>
            <a:pPr marL="457200" indent="-457200">
              <a:buAutoNum type="arabicParenR"/>
            </a:pPr>
            <a:endParaRPr lang="en-US" sz="1400" dirty="0"/>
          </a:p>
          <a:p>
            <a:pPr marL="0" indent="0">
              <a:buNone/>
            </a:pPr>
            <a:r>
              <a:rPr lang="en-US" sz="1600" dirty="0"/>
              <a:t>Integration test</a:t>
            </a:r>
          </a:p>
          <a:p>
            <a:pPr marL="0" indent="0">
              <a:buNone/>
            </a:pPr>
            <a:r>
              <a:rPr lang="en-US" sz="1400" dirty="0"/>
              <a:t>1)  single molecule or polymer (with part of the geometry set or measured)</a:t>
            </a:r>
          </a:p>
          <a:p>
            <a:pPr marL="0" indent="0">
              <a:buNone/>
            </a:pPr>
            <a:r>
              <a:rPr lang="en-US" sz="1400" dirty="0"/>
              <a:t>2)  multiple molecules and (or) polymers at target or reduced densities</a:t>
            </a:r>
          </a:p>
          <a:p>
            <a:pPr marL="0" indent="0">
              <a:buNone/>
            </a:pPr>
            <a:r>
              <a:rPr lang="en-US" sz="1400" dirty="0"/>
              <a:t>3)  various structures and long polymers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driver/</a:t>
            </a:r>
            <a:r>
              <a:rPr lang="en-US" sz="1400" dirty="0" err="1"/>
              <a:t>amorp_bldr_driver.py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endParaRPr lang="en-US" sz="1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915950"/>
              </p:ext>
            </p:extLst>
          </p:nvPr>
        </p:nvGraphicFramePr>
        <p:xfrm>
          <a:off x="6138407" y="461177"/>
          <a:ext cx="5222320" cy="5906605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8122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660467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048261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59345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73018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Type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Structure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56888" y="6378391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723938" y="6375278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6942</TotalTime>
  <Words>1839</Words>
  <Application>Microsoft Macintosh PowerPoint</Application>
  <PresentationFormat>Widescreen</PresentationFormat>
  <Paragraphs>348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Structure</vt:lpstr>
      <vt:lpstr>Installation</vt:lpstr>
      <vt:lpstr>setup.py</vt:lpstr>
      <vt:lpstr>Architecture</vt:lpstr>
      <vt:lpstr>Testing</vt:lpstr>
      <vt:lpstr>Amorphous Builder</vt:lpstr>
      <vt:lpstr>Performance Test</vt:lpstr>
      <vt:lpstr>Thoughts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Microsoft Office User</cp:lastModifiedBy>
  <cp:revision>194</cp:revision>
  <dcterms:created xsi:type="dcterms:W3CDTF">2024-07-22T15:38:28Z</dcterms:created>
  <dcterms:modified xsi:type="dcterms:W3CDTF">2025-01-21T22:22:27Z</dcterms:modified>
</cp:coreProperties>
</file>